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" y="914400"/>
            <a:ext cx="0" cy="38404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786384" y="914400"/>
            <a:ext cx="146304" cy="20116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914400" y="914400"/>
            <a:ext cx="146304" cy="20116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Pinterest for the AI era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rebrand pitch — team studio project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CRCP 6330 · TEAM PITCH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Re-brand an existing web platform — creative, aesthetic, and functional — scoped so a team of 3–4 could feasibly build it in a single studio session.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task: pick one platform, decide what to improve, and why.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5544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2121408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2688336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688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3255264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3255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3822192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822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438912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4389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4956048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4956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5522976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55229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 — our pick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Pinterest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documented user complaints — not a hypothetical.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Slop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60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pins now flood feeds and search — one 2025 piece called it “the enshittification of Pinterest.”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Links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560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that lead nowhere break the core save-to-do loop the whole app is built around.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42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Sellers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54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pins linking to knockoff merchants, with little visible trust signal.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8862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160520"/>
            <a:ext cx="502920" cy="502920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142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Moderation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754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account bans with no explanation, while reported scammers go unaddressed.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CONCEPT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“Pinterest for people burned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AI slop and dead links.”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save-and-plan behavior everyone already knows — but every pin is traceable, verifiable, and under the user’s control, not just the algorithm’s.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Quick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554480" cy="1554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08946" y="938174"/>
            <a:ext cx="963778" cy="186538"/>
          </a:xfrm>
          <a:prstGeom prst="roundRect">
            <a:avLst>
              <a:gd name="adj" fmla="val 50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08946" y="1280160"/>
            <a:ext cx="652882" cy="186538"/>
          </a:xfrm>
          <a:prstGeom prst="roundRect">
            <a:avLst>
              <a:gd name="adj" fmla="val 50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08946" y="1622146"/>
            <a:ext cx="777240" cy="186538"/>
          </a:xfrm>
          <a:prstGeom prst="roundRect">
            <a:avLst>
              <a:gd name="adj" fmla="val 50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745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39572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Pinterest’s long-press / “…” menu is fixed at four actions — See less, See more, Share, Save. No way to prioritize the actions you actually use.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39572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1–4 actions from a real catalog: Save, Share, Download, Hide, Report, Copy link, React, Add note. One shared setting drives a hover menu on desktop and a long-press menu on mobile.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744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95604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already have this mental model — macOS, Windows, and iOS all let people customize their own context-menu shortcuts.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Feed Toggle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554480" cy="1554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6766" y="782726"/>
            <a:ext cx="994867" cy="994867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00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44200" y="956828"/>
            <a:ext cx="0" cy="323332"/>
          </a:xfrm>
          <a:prstGeom prst="line">
            <a:avLst/>
          </a:prstGeom>
          <a:noFill/>
          <a:ln w="31750">
            <a:solidFill>
              <a:srgbClr val="E600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280160"/>
            <a:ext cx="248717" cy="0"/>
          </a:xfrm>
          <a:prstGeom prst="line">
            <a:avLst/>
          </a:prstGeom>
          <a:noFill/>
          <a:ln w="31750">
            <a:solidFill>
              <a:srgbClr val="E600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745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39572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Pinterest’s algorithm decides what you see, there’s no way out — no option to just see what’s newest from who you follow.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39572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“For You” / “Newest” toggle, pinned above the feed. “Newest” is strictly chronological — zero ranking logic, by design.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744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95604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Instagram both validate this exact pattern — we just make it front-and-center instead of buried, unlike Instagram’s version.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Board-View Layout Switcher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554480" cy="1554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6766" y="782726"/>
            <a:ext cx="435254" cy="435254"/>
          </a:xfrm>
          <a:prstGeom prst="roundRect">
            <a:avLst>
              <a:gd name="adj" fmla="val 15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37469" y="782726"/>
            <a:ext cx="435254" cy="435254"/>
          </a:xfrm>
          <a:prstGeom prst="roundRect">
            <a:avLst>
              <a:gd name="adj" fmla="val 15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6766" y="1373429"/>
            <a:ext cx="435254" cy="435254"/>
          </a:xfrm>
          <a:prstGeom prst="roundRect">
            <a:avLst>
              <a:gd name="adj" fmla="val 15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37469" y="1373429"/>
            <a:ext cx="435254" cy="435254"/>
          </a:xfrm>
          <a:prstGeom prst="roundRect">
            <a:avLst>
              <a:gd name="adj" fmla="val 15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745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39572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 renders in the same masonry grid. A board of 50 outfits and a 12-item room comparison shouldn’t look identical.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95728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per-board toggle — Masonry, Grid, or List — switches the presentation only. Same pins, same data, different view.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10744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95604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and Airtable already proved “same data, switchable view” works for organizing information — we bring it to visual discovery.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Guess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validated by products people already use every 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Twitter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You” / “Following” tabs — direct precedent for our chronological toggle.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850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2918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buried chronological feed is the cautionary tale we designed around.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7830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&amp; Airtable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2918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views over the same data — the model for our layout switcher.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51976" y="17830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26296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629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 Windows / iOS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2918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context menus — the model for our quick actions.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Just Slides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features are live in a working HTML/JS prototype — built, testable, and demo-ready today, not just concepts on a slide.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256032" cy="256032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7523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quick actions — working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 / Newest toggle — working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256032" cy="256032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37581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/ Grid / List switcher — working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118872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88720"/>
            <a:ext cx="5074920" cy="411480"/>
          </a:xfrm>
          <a:prstGeom prst="roundRect">
            <a:avLst>
              <a:gd name="adj" fmla="val 17778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1335024"/>
            <a:ext cx="118872" cy="11887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335024"/>
            <a:ext cx="118872" cy="11887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6872" y="1335024"/>
            <a:ext cx="118872" cy="11887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11887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sourced-prototype.html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0" y="1874520"/>
            <a:ext cx="1386840" cy="754380"/>
          </a:xfrm>
          <a:prstGeom prst="roundRect">
            <a:avLst>
              <a:gd name="adj" fmla="val 7273"/>
            </a:avLst>
          </a:prstGeom>
          <a:solidFill>
            <a:srgbClr val="D9A66C"/>
          </a:solidFill>
          <a:ln w="12700">
            <a:solidFill>
              <a:srgbClr val="D9A6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766060"/>
            <a:ext cx="1386840" cy="553212"/>
          </a:xfrm>
          <a:prstGeom prst="roundRect">
            <a:avLst>
              <a:gd name="adj" fmla="val 9917"/>
            </a:avLst>
          </a:prstGeom>
          <a:solidFill>
            <a:srgbClr val="8C7A9B"/>
          </a:solidFill>
          <a:ln w="12700">
            <a:solidFill>
              <a:srgbClr val="8C7A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456432"/>
            <a:ext cx="1386840" cy="880110"/>
          </a:xfrm>
          <a:prstGeom prst="roundRect">
            <a:avLst>
              <a:gd name="adj" fmla="val 6234"/>
            </a:avLst>
          </a:prstGeom>
          <a:solidFill>
            <a:srgbClr val="6E8F6B"/>
          </a:solidFill>
          <a:ln w="12700">
            <a:solidFill>
              <a:srgbClr val="6E8F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473702"/>
            <a:ext cx="1386840" cy="603504"/>
          </a:xfrm>
          <a:prstGeom prst="roundRect">
            <a:avLst>
              <a:gd name="adj" fmla="val 9091"/>
            </a:avLst>
          </a:prstGeom>
          <a:solidFill>
            <a:srgbClr val="B3573F"/>
          </a:solidFill>
          <a:ln w="12700">
            <a:solidFill>
              <a:srgbClr val="B357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7680" y="1874520"/>
            <a:ext cx="1386840" cy="804672"/>
          </a:xfrm>
          <a:prstGeom prst="roundRect">
            <a:avLst>
              <a:gd name="adj" fmla="val 6818"/>
            </a:avLst>
          </a:prstGeom>
          <a:solidFill>
            <a:srgbClr val="9AA6B2"/>
          </a:solidFill>
          <a:ln w="12700">
            <a:solidFill>
              <a:srgbClr val="9AA6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7680" y="2816352"/>
            <a:ext cx="1386840" cy="528066"/>
          </a:xfrm>
          <a:prstGeom prst="roundRect">
            <a:avLst>
              <a:gd name="adj" fmla="val 10390"/>
            </a:avLst>
          </a:prstGeom>
          <a:solidFill>
            <a:srgbClr val="D9A66C"/>
          </a:solidFill>
          <a:ln w="12700">
            <a:solidFill>
              <a:srgbClr val="D9A6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3481578"/>
            <a:ext cx="1386840" cy="678942"/>
          </a:xfrm>
          <a:prstGeom prst="roundRect">
            <a:avLst>
              <a:gd name="adj" fmla="val 8081"/>
            </a:avLst>
          </a:prstGeom>
          <a:solidFill>
            <a:srgbClr val="8C7A9B"/>
          </a:solidFill>
          <a:ln w="12700">
            <a:solidFill>
              <a:srgbClr val="8C7A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7680" y="4297680"/>
            <a:ext cx="1386840" cy="754380"/>
          </a:xfrm>
          <a:prstGeom prst="roundRect">
            <a:avLst>
              <a:gd name="adj" fmla="val 7273"/>
            </a:avLst>
          </a:prstGeom>
          <a:solidFill>
            <a:srgbClr val="6E8F6B"/>
          </a:solidFill>
          <a:ln w="12700">
            <a:solidFill>
              <a:srgbClr val="6E8F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31680" y="1874520"/>
            <a:ext cx="1386840" cy="578358"/>
          </a:xfrm>
          <a:prstGeom prst="roundRect">
            <a:avLst>
              <a:gd name="adj" fmla="val 9486"/>
            </a:avLst>
          </a:prstGeom>
          <a:solidFill>
            <a:srgbClr val="B3573F"/>
          </a:solidFill>
          <a:ln w="12700">
            <a:solidFill>
              <a:srgbClr val="B357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31680" y="2590038"/>
            <a:ext cx="1386840" cy="754380"/>
          </a:xfrm>
          <a:prstGeom prst="roundRect">
            <a:avLst>
              <a:gd name="adj" fmla="val 7273"/>
            </a:avLst>
          </a:prstGeom>
          <a:solidFill>
            <a:srgbClr val="9AA6B2"/>
          </a:solidFill>
          <a:ln w="12700">
            <a:solidFill>
              <a:srgbClr val="9AA6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31680" y="3481578"/>
            <a:ext cx="1386840" cy="553212"/>
          </a:xfrm>
          <a:prstGeom prst="roundRect">
            <a:avLst>
              <a:gd name="adj" fmla="val 9917"/>
            </a:avLst>
          </a:prstGeom>
          <a:solidFill>
            <a:srgbClr val="D9A66C"/>
          </a:solidFill>
          <a:ln w="12700">
            <a:solidFill>
              <a:srgbClr val="D9A6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1680" y="4171950"/>
            <a:ext cx="1386840" cy="880110"/>
          </a:xfrm>
          <a:prstGeom prst="roundRect">
            <a:avLst>
              <a:gd name="adj" fmla="val 6234"/>
            </a:avLst>
          </a:prstGeom>
          <a:solidFill>
            <a:srgbClr val="8C7A9B"/>
          </a:solidFill>
          <a:ln w="12700">
            <a:solidFill>
              <a:srgbClr val="8C7A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Should Move Forward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pain points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answers a documented, real user complaint — not a guess about what might matter.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103120"/>
            <a:ext cx="502920" cy="502920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88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UX patterns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already has real-world precedent in products people use daily — low design risk.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103120"/>
            <a:ext cx="502920" cy="502920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788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exists today. This isn’t a concept pitch — it’s a head start.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risk, high signal — worth a real product spike.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E60023"/>
          </a:solidFill>
          <a:ln w="12700">
            <a:solidFill>
              <a:srgbClr val="E600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" y="2194560"/>
            <a:ext cx="0" cy="38404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786384" y="2194560"/>
            <a:ext cx="146304" cy="20116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914400" y="2194560"/>
            <a:ext cx="146304" cy="20116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8346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0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— A PINTEREST REBRAND · CRCP 6330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2026-09-23T00:32:03Z</dcterms:created>
  <dcterms:modified xsi:type="dcterms:W3CDTF">2026-09-23T00:32:03Z</dcterms:modified>
</cp:coreProperties>
</file>